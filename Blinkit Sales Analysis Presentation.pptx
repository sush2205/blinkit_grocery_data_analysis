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4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9668" y="1746885"/>
            <a:ext cx="60046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Sales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18647" y="2585085"/>
            <a:ext cx="37067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Excel Dashboard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15472" y="3209925"/>
            <a:ext cx="411305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Analysis | KPI Reporting | Interactive Visualizations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comprehensive understanding of sales performance across products and outlets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high-revenue product categories and optimize outlet positioning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customer satisfaction metrics across geographic segments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data-driven strategy for outlet expansion and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and calculate core KPIs: Total Sales, Average Sales, Item Count, Customer Ratings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data accuracy through comprehensive cleansing and standardization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intuitive, interactive dashboard enabling dynamic data exploration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actionable insights supporting strategic decision-making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categorical values: "LF" and "R" converted to "Low Fat" and "Regular"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completeness of critical fields: Sales, dates, and transaction identifiers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as Excel Table enabling robust pivot table analysis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Ensured data type consistency and format integrity across all dimensions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Strategic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KPI overview, sales composition analysis, and segment performance tracking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Fat products demonstrate 40% higher sales velocity versus Regular alternatives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 Foods and Fresh Produce categories represent 65% of aggregate revenue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expansion markets constitute largest growth opportunity segment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slicers enable drill-down analysis across all dimensions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Proficiencies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Excel: Pivot tables, SUMIF/AVERAGEIF formulas, dynamic slicers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Governance: 70% effort devoted to validation, cleansing, standardization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Design: Multi-dimensional filtering, interactive visualization, drill-through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Assurance: 8.5K records validated; zero critical nulls in transactional fields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Readiness: Professional interface with intuitive navigation and deep-dive capabilities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Goals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this analysis in Power BI for cloud-based sharing and real-time updates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dataset into SQL database and write complex queries for deeper insights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predictive modeling to forecast sales by outlet and product category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real-time data feeds for continuous monitoring and alerts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804034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2581275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79803" y="3152775"/>
            <a:ext cx="3384394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Blinkit Sales Analysis | Excel Dashboard 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336</Words>
  <Application>Microsoft Office PowerPoint</Application>
  <PresentationFormat>On-screen Show (16:9)</PresentationFormat>
  <Paragraphs>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SUSHANT D</cp:lastModifiedBy>
  <cp:revision>2</cp:revision>
  <dcterms:created xsi:type="dcterms:W3CDTF">2025-11-29T16:05:06Z</dcterms:created>
  <dcterms:modified xsi:type="dcterms:W3CDTF">2025-11-29T16:06:56Z</dcterms:modified>
</cp:coreProperties>
</file>